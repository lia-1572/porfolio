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1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4497"/>
    <a:srgbClr val="2E75B6"/>
    <a:srgbClr val="4D2757"/>
    <a:srgbClr val="153553"/>
    <a:srgbClr val="CC66FF"/>
    <a:srgbClr val="825A98"/>
    <a:srgbClr val="583D67"/>
    <a:srgbClr val="6DF7F0"/>
    <a:srgbClr val="87DDE9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925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4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19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849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4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85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33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42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7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67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10B96-D79A-440F-9154-B6B4D645B994}" type="datetimeFigureOut">
              <a:rPr lang="pt-BR" smtClean="0"/>
              <a:t>09/03/2026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111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956479" y="1582311"/>
            <a:ext cx="5181996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b="1" spc="-150" dirty="0">
                <a:solidFill>
                  <a:schemeClr val="bg1"/>
                </a:solidFill>
              </a:rPr>
              <a:t>CASE ANALÍTICO</a:t>
            </a:r>
          </a:p>
          <a:p>
            <a:r>
              <a:rPr lang="pt-BR" sz="3200" b="1" spc="-150" dirty="0">
                <a:solidFill>
                  <a:schemeClr val="bg1"/>
                </a:solidFill>
              </a:rPr>
              <a:t>VENDAS E CLUSTERIZAÇÃO</a:t>
            </a:r>
          </a:p>
        </p:txBody>
      </p:sp>
    </p:spTree>
    <p:extLst>
      <p:ext uri="{BB962C8B-B14F-4D97-AF65-F5344CB8AC3E}">
        <p14:creationId xmlns:p14="http://schemas.microsoft.com/office/powerpoint/2010/main" val="222639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08C995-C7C3-5F59-2CAC-47303FD77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16A652A-FEB3-7090-96AE-42CF62201292}"/>
              </a:ext>
            </a:extLst>
          </p:cNvPr>
          <p:cNvSpPr txBox="1"/>
          <p:nvPr/>
        </p:nvSpPr>
        <p:spPr>
          <a:xfrm>
            <a:off x="559008" y="188072"/>
            <a:ext cx="14830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b="1" spc="-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CASE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517CE61-97B8-DF05-F743-F0F1BA0D683C}"/>
              </a:ext>
            </a:extLst>
          </p:cNvPr>
          <p:cNvSpPr/>
          <p:nvPr/>
        </p:nvSpPr>
        <p:spPr>
          <a:xfrm>
            <a:off x="0" y="299972"/>
            <a:ext cx="440480" cy="6995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F3B72B9-A18B-A79D-47FB-C70FADC31459}"/>
              </a:ext>
            </a:extLst>
          </p:cNvPr>
          <p:cNvSpPr txBox="1"/>
          <p:nvPr/>
        </p:nvSpPr>
        <p:spPr>
          <a:xfrm>
            <a:off x="559007" y="1111402"/>
            <a:ext cx="9770325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Utilizando o arquivo </a:t>
            </a:r>
            <a:r>
              <a:rPr lang="pt-BR" b="1" dirty="0"/>
              <a:t>BASE VENDAS.xlsx</a:t>
            </a:r>
            <a:r>
              <a:rPr lang="pt-BR" dirty="0"/>
              <a:t>, faça uma apresentação definindo os pontos de </a:t>
            </a:r>
            <a:r>
              <a:rPr lang="pt-BR" b="1" dirty="0">
                <a:solidFill>
                  <a:schemeClr val="accent6"/>
                </a:solidFill>
              </a:rPr>
              <a:t>destaque</a:t>
            </a:r>
            <a:r>
              <a:rPr lang="pt-BR" dirty="0"/>
              <a:t> e </a:t>
            </a:r>
            <a:r>
              <a:rPr lang="pt-BR" b="1" dirty="0">
                <a:solidFill>
                  <a:schemeClr val="accent4"/>
                </a:solidFill>
              </a:rPr>
              <a:t>atenção</a:t>
            </a:r>
            <a:r>
              <a:rPr lang="pt-BR" dirty="0"/>
              <a:t> referente as vendas realizadas, segmentando a análise por UF, Categoria e outras hierarquias que achar relevante.</a:t>
            </a:r>
          </a:p>
          <a:p>
            <a:endParaRPr lang="pt-BR" dirty="0"/>
          </a:p>
          <a:p>
            <a:r>
              <a:rPr lang="pt-BR" dirty="0"/>
              <a:t>Além disso, defina alguma lógica matemática e/ou estatística e </a:t>
            </a:r>
            <a:r>
              <a:rPr lang="pt-BR" b="1" dirty="0"/>
              <a:t>separe os clientes em Clusters</a:t>
            </a:r>
            <a:r>
              <a:rPr lang="pt-BR" dirty="0"/>
              <a:t>, sendo eles: Clientes Ouro, Prata ou Bronze.</a:t>
            </a:r>
          </a:p>
          <a:p>
            <a:r>
              <a:rPr lang="pt-BR" sz="1400" dirty="0">
                <a:solidFill>
                  <a:srgbClr val="FF0000"/>
                </a:solidFill>
              </a:rPr>
              <a:t>Importante: Essa segmentação precisa ser baseada na Perfomance das lojas e ter boa tese argumentativa.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86F34B-902A-BD59-0A9A-DD85F631CC01}"/>
              </a:ext>
            </a:extLst>
          </p:cNvPr>
          <p:cNvSpPr/>
          <p:nvPr/>
        </p:nvSpPr>
        <p:spPr>
          <a:xfrm>
            <a:off x="-142875" y="6629400"/>
            <a:ext cx="12334875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2793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88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joao.slaviski</dc:creator>
  <cp:lastModifiedBy>Juliana Berger</cp:lastModifiedBy>
  <cp:revision>105</cp:revision>
  <dcterms:created xsi:type="dcterms:W3CDTF">2016-06-09T12:25:43Z</dcterms:created>
  <dcterms:modified xsi:type="dcterms:W3CDTF">2026-03-10T00:03:01Z</dcterms:modified>
</cp:coreProperties>
</file>